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14"/>
                </a:solidFill>
              </a:defRPr>
            </a:pPr>
            <a:r>
              <a:t>2026-03-26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E614"/>
                </a:solidFill>
              </a:defRPr>
            </a:pPr>
            <a:r>
              <a:t>L'IA au service du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De la création de la librairie Figma à l'implémentation SwiftUI —</a:t>
            </a:r>
            <a:br/>
            <a:r>
              <a:t>Claude automatise l'ensemble du pipeline design-to-code.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Omar Doucouré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92927"/>
                </a:solidFill>
              </a:defRPr>
            </a:pPr>
            <a:r>
              <a:t>Ordre du</a:t>
            </a:r>
            <a:br/>
            <a:r>
              <a:t>jour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92927"/>
                </a:solidFill>
              </a:defRPr>
            </a:pPr>
            <a:r>
              <a:t>Design System : composants, tokens, thèmes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920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920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92927"/>
                </a:solidFill>
              </a:defRPr>
            </a:pPr>
            <a:r>
              <a:t>Concepts clés : MCP, Skills,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92927"/>
                </a:solidFill>
              </a:defRPr>
            </a:pPr>
            <a:r>
              <a:t>Prérequis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003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92927"/>
                </a:solidFill>
              </a:defRPr>
            </a:pPr>
            <a:r>
              <a:t>Démo live : Figma → Claude → Xcode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E614"/>
                </a:solidFill>
              </a:defRPr>
            </a:pPr>
            <a:r>
              <a:t>Concepts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Protocole qui connecte Claude à des outils externes</a:t>
            </a:r>
            <a:br/>
            <a:r>
              <a:t>(Figma, Xcode, navigateur, APIs, bases de données...)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Script réutilisable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Encode l'expertise du développeur en règles reproductibles.</a:t>
            </a:r>
            <a:br/>
            <a:r>
              <a:t>Ex: /create-ds-page, /implement-ds-page, /check-ds-page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IA autonome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89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Claude planifie, réfléchit et utilise des outils de manière</a:t>
            </a:r>
            <a:br/>
            <a:r>
              <a:t>autonome pour accomplir une tâche complexe.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14"/>
                </a:solidFill>
              </a:defRPr>
            </a:pPr>
            <a:r>
              <a:t>Sub-agent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Agent spécialisé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669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Lancé par l'agent principal pour traiter une sous-tâche</a:t>
            </a:r>
            <a:br/>
            <a:r>
              <a:t>en parallèle (review, recherche, validation).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E614"/>
                </a:solidFill>
              </a:defRPr>
            </a:pPr>
            <a:r>
              <a:t>Prérequis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CLI d'Anthropic — agents, skills, MCP intégré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Figma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23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Avec le plugin Figma Console MCP pour l'accès programmatique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Xcode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Projet iOS/SwiftUI avec le Design System en SPM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Design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776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Tokens, composants, variables, thèmes multi-marques dans Figma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Specs 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4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Documentation machine-readable pour chaque composant (docs/ai/components/)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E614"/>
                </a:solidFill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32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Scripts qui encodent les workflows : create-ds-page, implement-ds-page, check-ds-page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L'IA ne remplace pas le Design System — elle l'exploite.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E614"/>
                </a:solidFill>
              </a:defRPr>
            </a:pPr>
            <a:r>
              <a:t>Le pipeline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Chaque étape est un skill. Chaque skill encode des règles. L'IA exécute, le développeur valide.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Tokens &amp;</a:t>
            </a:r>
            <a:br/>
            <a:r>
              <a:t>Thèmes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E614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28600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Composants</a:t>
            </a:r>
            <a:br/>
            <a:r>
              <a:t>Figma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E614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Specs</a:t>
            </a:r>
            <a:br/>
            <a:r>
              <a:t>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E614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Création</a:t>
            </a:r>
            <a:br/>
            <a:r>
              <a:t>de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84048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Validation</a:t>
            </a:r>
            <a:br/>
            <a:r>
              <a:t>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E61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840480"/>
            <a:ext cx="2377440" cy="1097280"/>
          </a:xfrm>
          <a:prstGeom prst="roundRect">
            <a:avLst/>
          </a:prstGeom>
          <a:solidFill>
            <a:srgbClr val="4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Implémentation</a:t>
            </a:r>
            <a:br/>
            <a:r>
              <a:t>SwiftUI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E614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840480"/>
            <a:ext cx="2377440" cy="1097280"/>
          </a:xfrm>
          <a:prstGeom prst="roundRect">
            <a:avLst/>
          </a:prstGeom>
          <a:solidFill>
            <a:srgbClr val="FF6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292927"/>
                </a:solidFill>
              </a:defRPr>
            </a:pPr>
            <a:r>
              <a:t>Pixel Perfect</a:t>
            </a:r>
            <a:br/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8E614"/>
                </a:solidFill>
              </a:defRPr>
            </a:pPr>
            <a:r>
              <a:t>Démo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/create-ds-page → /implement-ds-page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Créer deux variantes de login dans Figma,</a:t>
            </a:r>
            <a:br/>
            <a:r>
              <a:t>puis implémenter en SwiftUI — en temps réel.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Alithya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